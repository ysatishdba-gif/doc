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"/>
            <a:ext cx="1828800" cy="347472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0" y="6583680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©2026 Mayo Foundation for Medical Education and Research  |  slide-13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DETERMINING DATA NEEDS THROUGH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 BREAKDOWN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0" y="17830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Comprehension Suite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11430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77440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627632" y="2674620"/>
            <a:ext cx="246888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920240" y="2377440"/>
            <a:ext cx="1554480" cy="59436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0240" y="23774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FINDER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383280" y="21031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is_processable = true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502152" y="2674620"/>
            <a:ext cx="384048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931920" y="2377440"/>
            <a:ext cx="1554480" cy="59436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0" y="23774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715000" y="2674620"/>
            <a:ext cx="0" cy="-873252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15000" y="1801368"/>
            <a:ext cx="36576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6126480" y="161848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589520" y="1435608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user mean?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exact tasks are asked for?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extra information could clarify the tasks?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715000" y="2674620"/>
            <a:ext cx="0" cy="-187452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15000" y="2487168"/>
            <a:ext cx="36576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6126480" y="230428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 &amp;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Sub-nature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589520" y="2121408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kinds of data, information, and knowledge are sought?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structured components of this information?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key concepts are typically used to describe this information?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715000" y="2674620"/>
            <a:ext cx="0" cy="955548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715000" y="3630168"/>
            <a:ext cx="36576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6126480" y="344728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589520" y="3264408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document types hold relevant information?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the intended authors?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clinical activities typically present or record this information?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relevant time frame?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which clinical settings is this data found?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" y="466344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FINDER CATEGORIES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4919472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Finder classifies the query before the pipeline runs. Only information_retrieval is processable; the rest short-circuit.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5230368"/>
            <a:ext cx="2139696" cy="45720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5266944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information_retrieval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DDE5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processable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57200" y="5687568"/>
            <a:ext cx="2139696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5742432"/>
            <a:ext cx="1956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66928" y="5888736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"What's the patient's last A1C?"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34056" y="5230368"/>
            <a:ext cx="2139696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825496" y="5266944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conversational_response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DDE5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short-circuit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734056" y="5687568"/>
            <a:ext cx="2139696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843784" y="5742432"/>
            <a:ext cx="1956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2843784" y="5888736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"Explain hypertension simply"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010912" y="5230368"/>
            <a:ext cx="2139696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02352" y="5266944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knowledge_fact_search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DDE5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short-circuit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010912" y="5687568"/>
            <a:ext cx="2139696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20640" y="5742432"/>
            <a:ext cx="1956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120640" y="5888736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"Standard of care for early breast cancer"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287768" y="5230368"/>
            <a:ext cx="2139696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79208" y="5266944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admin_response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DDE5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short-circuit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7287768" y="5687568"/>
            <a:ext cx="2139696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397496" y="5742432"/>
            <a:ext cx="1956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7397496" y="5888736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"Book cardiology appointment Tuesday"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9564624" y="5230368"/>
            <a:ext cx="2139696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656064" y="5266944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out_of_scope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DDE5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short-circuit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9564624" y="5687568"/>
            <a:ext cx="2139696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674352" y="5742432"/>
            <a:ext cx="1956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9674352" y="5888736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"What's on the moon?"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"/>
            <a:ext cx="1828800" cy="347472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0" y="6583680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©2026 Mayo Foundation for Medical Education and Research  |  slide-14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SHOPPING LIST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0" y="1417320"/>
            <a:ext cx="11887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0" y="14173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959352" y="1668780"/>
            <a:ext cx="22860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206240" y="1417320"/>
            <a:ext cx="1463040" cy="50292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0" y="14173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FINDER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532120" y="116128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is_processable = true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696712" y="1668780"/>
            <a:ext cx="246888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989320" y="1417320"/>
            <a:ext cx="137160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14173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 Questions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75120" y="1920240"/>
            <a:ext cx="0" cy="36576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89320" y="2286000"/>
            <a:ext cx="1371600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89320" y="22860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675120" y="2926080"/>
            <a:ext cx="0" cy="36576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57500" y="3291840"/>
            <a:ext cx="429768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57500" y="3291840"/>
            <a:ext cx="0" cy="13716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06340" y="3291840"/>
            <a:ext cx="0" cy="13716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55180" y="3291840"/>
            <a:ext cx="0" cy="13716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65960" y="3429000"/>
            <a:ext cx="1783080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65960" y="34290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types analysis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057400" y="3913632"/>
            <a:ext cx="16002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57400" y="3913632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LOINC Normalization +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Merging  → Freq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749040" y="3493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800" dirty="0"/>
          </a:p>
        </p:txBody>
      </p:sp>
      <p:sp>
        <p:nvSpPr>
          <p:cNvPr id="27" name="Shape 25"/>
          <p:cNvSpPr/>
          <p:nvPr/>
        </p:nvSpPr>
        <p:spPr>
          <a:xfrm>
            <a:off x="4114800" y="3429000"/>
            <a:ext cx="1783080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0" y="34290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summarization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206240" y="3913632"/>
            <a:ext cx="16002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06240" y="3913632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(LOINC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LLM) →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Summarization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897880" y="3493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800" dirty="0"/>
          </a:p>
        </p:txBody>
      </p:sp>
      <p:sp>
        <p:nvSpPr>
          <p:cNvPr id="32" name="Shape 30"/>
          <p:cNvSpPr/>
          <p:nvPr/>
        </p:nvSpPr>
        <p:spPr>
          <a:xfrm>
            <a:off x="6263640" y="3429000"/>
            <a:ext cx="1783080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63640" y="34290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terms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355080" y="3913632"/>
            <a:ext cx="16002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55080" y="3913632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relevant terms →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with appropriate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types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046720" y="3493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2800" dirty="0"/>
          </a:p>
        </p:txBody>
      </p:sp>
      <p:sp>
        <p:nvSpPr>
          <p:cNvPr id="37" name="Shape 35"/>
          <p:cNvSpPr/>
          <p:nvPr/>
        </p:nvSpPr>
        <p:spPr>
          <a:xfrm>
            <a:off x="8412480" y="3429000"/>
            <a:ext cx="1783080" cy="10515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12480" y="3429000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 shopping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info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57200" y="484632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FINDER CATEGORIES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57200" y="5102352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Finder classifies the query before the pipeline runs. Only information_retrieval is processable; the rest short-circuit.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" y="5413248"/>
            <a:ext cx="2139696" cy="45720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5449824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information_retrieval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DDE5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processable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57200" y="5870448"/>
            <a:ext cx="2139696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6928" y="5925312"/>
            <a:ext cx="1956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66928" y="6071616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"What's the patient's last A1C?"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734056" y="5413248"/>
            <a:ext cx="2139696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825496" y="5449824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conversational_response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DDE5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short-circuit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2734056" y="5870448"/>
            <a:ext cx="2139696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843784" y="5925312"/>
            <a:ext cx="1956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2843784" y="6071616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"Explain hypertension simply"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010912" y="5413248"/>
            <a:ext cx="2139696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102352" y="5449824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knowledge_fact_search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DDE5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short-circuit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5010912" y="5870448"/>
            <a:ext cx="2139696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120640" y="5925312"/>
            <a:ext cx="1956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5120640" y="6071616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"Standard of care for early breast cancer"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7287768" y="5413248"/>
            <a:ext cx="2139696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379208" y="5449824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admin_response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DDE5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short-circuit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7287768" y="5870448"/>
            <a:ext cx="2139696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397496" y="5925312"/>
            <a:ext cx="1956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7397496" y="6071616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"Book cardiology appointment Tuesday"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9564624" y="5413248"/>
            <a:ext cx="2139696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656064" y="5449824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out_of_scope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DDE5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short-circuit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9564624" y="5870448"/>
            <a:ext cx="2139696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674352" y="5925312"/>
            <a:ext cx="1956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9674352" y="6071616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"What's on the moon?"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Nature Breakdown + Action Finder</dc:title>
  <dc:subject>PptxGenJS Presentation</dc:subject>
  <dc:creator>PptxGenJS</dc:creator>
  <cp:lastModifiedBy>PptxGenJS</cp:lastModifiedBy>
  <cp:revision>1</cp:revision>
  <dcterms:created xsi:type="dcterms:W3CDTF">2026-05-28T22:04:19Z</dcterms:created>
  <dcterms:modified xsi:type="dcterms:W3CDTF">2026-05-28T22:04:19Z</dcterms:modified>
</cp:coreProperties>
</file>